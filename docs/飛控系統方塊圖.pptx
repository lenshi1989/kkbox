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F50D0B-FE0E-BCDF-C40B-EDA71FE91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8F8A89E-8330-A956-7172-02C541FE34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308878-95A9-5297-187B-715035241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B1747B-E205-0C07-7DF9-3AB6B184F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19CBFC-7708-2A91-2019-01CFFF80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16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376ECF-7897-06B3-675F-5014BD4D6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B034CE-9CCC-0DEF-28F2-4EB633D5E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89C2D5-DBCB-74CE-2A47-8E3A76021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B5486D-421C-AFD2-019A-80BE9B506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01FC73-55AC-F2C7-8CA3-3942136B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590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1C90FB-77C0-8A59-82DC-AFDA7718D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E89C53-2264-6D22-F2C7-BBA73B377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4DCCC4-960C-6B99-E6BF-342A42AF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E14897-C9BB-C22F-A33A-57A7F381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7BD4E6-C488-7352-E6D9-CAE63AE3F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8033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D38156-6144-CD7D-841F-E361FB7C8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D4AFE7-87AD-A757-B517-E4A830CD25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38EE493-D883-A6C5-5B42-E5EDAA6E1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461AA1A-795B-C113-BC15-BF02AECA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11CF75-933B-0F1A-F37F-E9A3F660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2EC3E87-6B74-6956-ACF5-B16BEBD0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578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AEA6B6-5B2B-4AC0-EE7A-500E4D74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DB5B9BC-FAB2-168F-D83A-C80294E3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65EA44-BFCD-0E3B-5E40-992F684DC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91F7B4D-733A-1B0F-7AF9-94DBED1935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2AC1A4A-2B69-209E-5033-6BF050EDFC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755703-48A0-964F-D38D-299E2DA3A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109BD22-90ED-67F7-433F-ACE1DF98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26A66EB-4067-32F0-A150-7E66AF0B4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418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2C6985-AAC4-BDBE-86F3-A01C5FC2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E3102C2-B7D6-F565-1A63-9EDC89CC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EB49C40-8F82-9C47-A4A5-3D628F43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A56A3B4-B94D-C8B1-0A5C-80DB68034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6652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B83E324-A16A-5939-1E45-75D91061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F4E5CE7-FCBB-C98F-B8F2-55B5B23A0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9EF63D2-9E2C-B8C6-35B6-4A47B60A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713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EDA30F-A78A-0A1A-89E2-59A924BCB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17D1B2-C5DA-5596-23F4-A80BBCF00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820E96-68A6-2EB7-871C-9338338A6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6B14277-81E0-DF63-9D8E-7D83EF37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2A73AFB-EB2C-6CFC-3F51-2CABE81C8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370B496-C57B-EB11-D6FC-1261EBADA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664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98BEF-D5AA-E925-82CC-FA703C6F4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234D48D-153B-C108-C21E-E6941D924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501FD0-6BF3-2C47-8E28-7D4E1EF4B2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51621DC-E38D-3AB9-8816-9BE094612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CDEF09-6DAA-7ACE-FA56-9EE6524BD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01D35F3-F0F1-B3C8-FEEC-6C966AA5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762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70B9EF-5DCF-63CF-1AAB-16A221E3F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581C6D2-0577-5A25-F601-76326B541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DFF3BB-5C50-E5B3-7924-5D65A9143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077624-AF22-3B77-21E1-D00CC984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4FC9FA9-8400-0F52-115E-73A479D4A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3354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0BE9CF2-269C-0BDA-86BF-DF9BFC8AB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93C0874-EC24-B184-ADF7-1E69305EB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C108F9-666B-D035-CB6A-24AB1DDA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209F6E-6CE2-FEA7-FF6E-B3F75C5E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9384A5-F269-3A1F-87DE-728ED0DE1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765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5FFA8F6-70DE-D9A3-8C11-D27FAC074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A5D2DA-9474-EA96-CDCC-0B9B0578E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C9D633-F536-B415-9267-05CBC18D5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470A6-93A4-4FC1-BC08-14BA89067419}" type="datetimeFigureOut">
              <a:rPr lang="zh-TW" altLang="en-US" smtClean="0"/>
              <a:t>2026/10/21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63AD82-3EF2-9D11-D0A3-48BD00901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398828-3FE6-B1D7-6F37-ADFF152CA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07558-21C4-4006-AC2A-E4D9539614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46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6C80690-99EA-21B5-F6CC-89DAEA1145EC}"/>
              </a:ext>
            </a:extLst>
          </p:cNvPr>
          <p:cNvSpPr/>
          <p:nvPr/>
        </p:nvSpPr>
        <p:spPr>
          <a:xfrm>
            <a:off x="558049" y="627529"/>
            <a:ext cx="1452281" cy="7888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Kk</a:t>
            </a:r>
            <a:r>
              <a:rPr lang="zh-TW" altLang="en-US" dirty="0"/>
              <a:t>飛控板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F7567A5-3D56-659F-95EA-E181587522DC}"/>
              </a:ext>
            </a:extLst>
          </p:cNvPr>
          <p:cNvSpPr/>
          <p:nvPr/>
        </p:nvSpPr>
        <p:spPr>
          <a:xfrm>
            <a:off x="558054" y="2395810"/>
            <a:ext cx="1452282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WT32-ETH01</a:t>
            </a:r>
          </a:p>
          <a:p>
            <a:pPr algn="ctr"/>
            <a:r>
              <a:rPr lang="zh-TW" altLang="en-US" dirty="0"/>
              <a:t>接收機</a:t>
            </a:r>
            <a:endParaRPr lang="en-US" altLang="zh-TW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82B77B-174A-56EB-0C48-33FFCCEDEFB7}"/>
              </a:ext>
            </a:extLst>
          </p:cNvPr>
          <p:cNvSpPr/>
          <p:nvPr/>
        </p:nvSpPr>
        <p:spPr>
          <a:xfrm>
            <a:off x="558048" y="3992195"/>
            <a:ext cx="1452282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RJ45 HUB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1CC635-8A33-0D90-B12F-F9DCA5DA9860}"/>
              </a:ext>
            </a:extLst>
          </p:cNvPr>
          <p:cNvSpPr/>
          <p:nvPr/>
        </p:nvSpPr>
        <p:spPr>
          <a:xfrm>
            <a:off x="3433498" y="3978110"/>
            <a:ext cx="1232646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ISM</a:t>
            </a:r>
            <a:r>
              <a:rPr lang="zh-TW" altLang="en-US" dirty="0"/>
              <a:t>頻段</a:t>
            </a:r>
            <a:endParaRPr lang="en-US" altLang="zh-TW" dirty="0"/>
          </a:p>
          <a:p>
            <a:pPr algn="ctr"/>
            <a:r>
              <a:rPr lang="en-US" altLang="zh-TW" dirty="0"/>
              <a:t>900Mzh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023DDFF-7982-458C-3A6B-6544A6CBCF4D}"/>
              </a:ext>
            </a:extLst>
          </p:cNvPr>
          <p:cNvSpPr/>
          <p:nvPr/>
        </p:nvSpPr>
        <p:spPr>
          <a:xfrm>
            <a:off x="8918926" y="4028943"/>
            <a:ext cx="1641498" cy="8725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 err="1"/>
              <a:t>WiFi</a:t>
            </a:r>
            <a:r>
              <a:rPr lang="en-US" altLang="zh-TW" dirty="0"/>
              <a:t> Router</a:t>
            </a:r>
          </a:p>
          <a:p>
            <a:pPr algn="ctr"/>
            <a:r>
              <a:rPr lang="en-US" altLang="zh-TW" dirty="0"/>
              <a:t>DHCP Server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3AD33F1-7817-B698-F46E-A3BD44973DF3}"/>
              </a:ext>
            </a:extLst>
          </p:cNvPr>
          <p:cNvSpPr/>
          <p:nvPr/>
        </p:nvSpPr>
        <p:spPr>
          <a:xfrm>
            <a:off x="8918926" y="1779487"/>
            <a:ext cx="1641499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ESP32 D1 mini</a:t>
            </a:r>
          </a:p>
          <a:p>
            <a:pPr algn="ctr"/>
            <a:r>
              <a:rPr lang="en-US" altLang="zh-TW" dirty="0"/>
              <a:t>SSD 3306</a:t>
            </a:r>
          </a:p>
          <a:p>
            <a:pPr algn="ctr"/>
            <a:r>
              <a:rPr lang="zh-TW" altLang="en-US" dirty="0"/>
              <a:t>遙控器</a:t>
            </a:r>
            <a:endParaRPr lang="en-US" altLang="zh-TW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A694E4-3144-575D-8CC5-F235C175E8C8}"/>
              </a:ext>
            </a:extLst>
          </p:cNvPr>
          <p:cNvSpPr/>
          <p:nvPr/>
        </p:nvSpPr>
        <p:spPr>
          <a:xfrm>
            <a:off x="558048" y="5593977"/>
            <a:ext cx="1452281" cy="6364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IPCAM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884B8D-9CB5-CC03-A9C6-FF6C9F370532}"/>
              </a:ext>
            </a:extLst>
          </p:cNvPr>
          <p:cNvSpPr/>
          <p:nvPr/>
        </p:nvSpPr>
        <p:spPr>
          <a:xfrm>
            <a:off x="6293212" y="3992194"/>
            <a:ext cx="1232646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ISM</a:t>
            </a:r>
            <a:r>
              <a:rPr lang="zh-TW" altLang="en-US" dirty="0"/>
              <a:t>頻段</a:t>
            </a:r>
            <a:endParaRPr lang="en-US" altLang="zh-TW" dirty="0"/>
          </a:p>
          <a:p>
            <a:pPr algn="ctr"/>
            <a:r>
              <a:rPr lang="en-US" altLang="zh-TW" dirty="0"/>
              <a:t>900Mzh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0D306DD-F599-38E8-A01C-CF56C018A7D7}"/>
              </a:ext>
            </a:extLst>
          </p:cNvPr>
          <p:cNvCxnSpPr>
            <a:cxnSpLocks/>
          </p:cNvCxnSpPr>
          <p:nvPr/>
        </p:nvCxnSpPr>
        <p:spPr>
          <a:xfrm>
            <a:off x="1284195" y="1555372"/>
            <a:ext cx="0" cy="685798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612E3F35-166E-CDF9-420D-BE2AA4D646F8}"/>
              </a:ext>
            </a:extLst>
          </p:cNvPr>
          <p:cNvSpPr txBox="1"/>
          <p:nvPr/>
        </p:nvSpPr>
        <p:spPr>
          <a:xfrm>
            <a:off x="1284195" y="1671025"/>
            <a:ext cx="76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RS232</a:t>
            </a:r>
            <a:endParaRPr lang="zh-TW" altLang="en-US" dirty="0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D4E23654-F147-A104-A8A3-60CC15063E96}"/>
              </a:ext>
            </a:extLst>
          </p:cNvPr>
          <p:cNvCxnSpPr>
            <a:cxnSpLocks/>
          </p:cNvCxnSpPr>
          <p:nvPr/>
        </p:nvCxnSpPr>
        <p:spPr>
          <a:xfrm flipH="1" flipV="1">
            <a:off x="4936202" y="4445149"/>
            <a:ext cx="1159798" cy="17040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直線單箭頭接點 27">
            <a:extLst>
              <a:ext uri="{FF2B5EF4-FFF2-40B4-BE49-F238E27FC236}">
                <a16:creationId xmlns:a16="http://schemas.microsoft.com/office/drawing/2014/main" id="{63FFA237-055D-E882-89E0-2E0596F5AE36}"/>
              </a:ext>
            </a:extLst>
          </p:cNvPr>
          <p:cNvCxnSpPr>
            <a:cxnSpLocks/>
          </p:cNvCxnSpPr>
          <p:nvPr/>
        </p:nvCxnSpPr>
        <p:spPr>
          <a:xfrm flipH="1">
            <a:off x="2198604" y="4439792"/>
            <a:ext cx="1037932" cy="0"/>
          </a:xfrm>
          <a:prstGeom prst="straightConnector1">
            <a:avLst/>
          </a:prstGeom>
          <a:ln>
            <a:prstDash val="solid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1658C6C-AC38-CEAA-AECC-B81D97B115FD}"/>
              </a:ext>
            </a:extLst>
          </p:cNvPr>
          <p:cNvSpPr txBox="1"/>
          <p:nvPr/>
        </p:nvSpPr>
        <p:spPr>
          <a:xfrm>
            <a:off x="2404718" y="4028943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RJ45</a:t>
            </a:r>
            <a:endParaRPr lang="zh-TW" altLang="en-US" dirty="0"/>
          </a:p>
        </p:txBody>
      </p: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908DC952-5984-B1B6-3F5A-C741BF9A4D98}"/>
              </a:ext>
            </a:extLst>
          </p:cNvPr>
          <p:cNvCxnSpPr>
            <a:cxnSpLocks/>
          </p:cNvCxnSpPr>
          <p:nvPr/>
        </p:nvCxnSpPr>
        <p:spPr>
          <a:xfrm flipH="1" flipV="1">
            <a:off x="7678992" y="4453669"/>
            <a:ext cx="1086799" cy="8520"/>
          </a:xfrm>
          <a:prstGeom prst="straightConnector1">
            <a:avLst/>
          </a:prstGeom>
          <a:ln>
            <a:prstDash val="solid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68A8C0C0-2885-A140-2C95-EBDFE786E1A5}"/>
              </a:ext>
            </a:extLst>
          </p:cNvPr>
          <p:cNvSpPr txBox="1"/>
          <p:nvPr/>
        </p:nvSpPr>
        <p:spPr>
          <a:xfrm>
            <a:off x="7913652" y="4070460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RJ45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7FD754DB-4AB9-2209-4CD0-7C08018C4B94}"/>
              </a:ext>
            </a:extLst>
          </p:cNvPr>
          <p:cNvSpPr txBox="1"/>
          <p:nvPr/>
        </p:nvSpPr>
        <p:spPr>
          <a:xfrm>
            <a:off x="5192935" y="407046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無線</a:t>
            </a:r>
          </a:p>
        </p:txBody>
      </p: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F11A8FD5-14A0-44F3-C4D4-F5A4E244A03E}"/>
              </a:ext>
            </a:extLst>
          </p:cNvPr>
          <p:cNvCxnSpPr>
            <a:cxnSpLocks/>
          </p:cNvCxnSpPr>
          <p:nvPr/>
        </p:nvCxnSpPr>
        <p:spPr>
          <a:xfrm flipV="1">
            <a:off x="1284188" y="3429000"/>
            <a:ext cx="0" cy="464815"/>
          </a:xfrm>
          <a:prstGeom prst="straightConnector1">
            <a:avLst/>
          </a:prstGeom>
          <a:ln>
            <a:prstDash val="solid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923FB963-C588-437E-27A2-7D9F4C0D336C}"/>
              </a:ext>
            </a:extLst>
          </p:cNvPr>
          <p:cNvSpPr txBox="1"/>
          <p:nvPr/>
        </p:nvSpPr>
        <p:spPr>
          <a:xfrm>
            <a:off x="1357227" y="347674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RJ45</a:t>
            </a:r>
            <a:endParaRPr lang="zh-TW" altLang="en-US" dirty="0"/>
          </a:p>
        </p:txBody>
      </p: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71E77941-A217-F673-DC6D-DD24E9866FBD}"/>
              </a:ext>
            </a:extLst>
          </p:cNvPr>
          <p:cNvCxnSpPr>
            <a:cxnSpLocks/>
          </p:cNvCxnSpPr>
          <p:nvPr/>
        </p:nvCxnSpPr>
        <p:spPr>
          <a:xfrm flipV="1">
            <a:off x="1319813" y="5013941"/>
            <a:ext cx="0" cy="464815"/>
          </a:xfrm>
          <a:prstGeom prst="straightConnector1">
            <a:avLst/>
          </a:prstGeom>
          <a:ln>
            <a:prstDash val="solid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138E9867-0A45-C182-A2B6-1F80C257C708}"/>
              </a:ext>
            </a:extLst>
          </p:cNvPr>
          <p:cNvSpPr txBox="1"/>
          <p:nvPr/>
        </p:nvSpPr>
        <p:spPr>
          <a:xfrm>
            <a:off x="1392852" y="506168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RJ45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8941BAE9-FA55-C6C2-581E-1C8D204BEB74}"/>
              </a:ext>
            </a:extLst>
          </p:cNvPr>
          <p:cNvCxnSpPr>
            <a:cxnSpLocks/>
          </p:cNvCxnSpPr>
          <p:nvPr/>
        </p:nvCxnSpPr>
        <p:spPr>
          <a:xfrm flipV="1">
            <a:off x="9758723" y="2857492"/>
            <a:ext cx="0" cy="996194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B01CE2A2-9905-763C-12A3-A5CDCBC41889}"/>
              </a:ext>
            </a:extLst>
          </p:cNvPr>
          <p:cNvSpPr txBox="1"/>
          <p:nvPr/>
        </p:nvSpPr>
        <p:spPr>
          <a:xfrm>
            <a:off x="9838539" y="3170923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無線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7E19447-3B4F-BE9E-AE26-BF68373FE93D}"/>
              </a:ext>
            </a:extLst>
          </p:cNvPr>
          <p:cNvSpPr txBox="1"/>
          <p:nvPr/>
        </p:nvSpPr>
        <p:spPr>
          <a:xfrm>
            <a:off x="4361938" y="170329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負重型無人機</a:t>
            </a:r>
          </a:p>
        </p:txBody>
      </p:sp>
    </p:spTree>
    <p:extLst>
      <p:ext uri="{BB962C8B-B14F-4D97-AF65-F5344CB8AC3E}">
        <p14:creationId xmlns:p14="http://schemas.microsoft.com/office/powerpoint/2010/main" val="23973814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CDCD5-3F1F-D236-C5F7-DC7AEDBA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469095F-5DF7-F029-0CD7-299DC47E10C8}"/>
              </a:ext>
            </a:extLst>
          </p:cNvPr>
          <p:cNvSpPr/>
          <p:nvPr/>
        </p:nvSpPr>
        <p:spPr>
          <a:xfrm>
            <a:off x="2924730" y="1452056"/>
            <a:ext cx="1452281" cy="78889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Kk</a:t>
            </a:r>
            <a:r>
              <a:rPr lang="zh-TW" altLang="en-US" dirty="0"/>
              <a:t>飛控板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E3D282-A95E-3483-B5F8-C47E7C988715}"/>
              </a:ext>
            </a:extLst>
          </p:cNvPr>
          <p:cNvSpPr/>
          <p:nvPr/>
        </p:nvSpPr>
        <p:spPr>
          <a:xfrm>
            <a:off x="2924730" y="4063019"/>
            <a:ext cx="1452282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WT32-ETH01</a:t>
            </a:r>
          </a:p>
          <a:p>
            <a:pPr algn="ctr"/>
            <a:r>
              <a:rPr lang="zh-TW" altLang="en-US" dirty="0"/>
              <a:t>接收機</a:t>
            </a:r>
            <a:endParaRPr lang="en-US" altLang="zh-TW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4DD2CF6-657F-98E7-1B9A-A9B676D04C92}"/>
              </a:ext>
            </a:extLst>
          </p:cNvPr>
          <p:cNvSpPr/>
          <p:nvPr/>
        </p:nvSpPr>
        <p:spPr>
          <a:xfrm>
            <a:off x="7292551" y="2505635"/>
            <a:ext cx="1745313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ESP32 D1 mini</a:t>
            </a:r>
          </a:p>
          <a:p>
            <a:pPr algn="ctr"/>
            <a:r>
              <a:rPr lang="en-US" altLang="zh-TW" dirty="0"/>
              <a:t>SSD 3306</a:t>
            </a:r>
          </a:p>
          <a:p>
            <a:pPr algn="ctr"/>
            <a:r>
              <a:rPr lang="zh-TW" altLang="en-US" dirty="0"/>
              <a:t>遙控器</a:t>
            </a:r>
            <a:endParaRPr lang="en-US" altLang="zh-TW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75E48A7F-2B06-3AE6-2D7F-D5D5724EAC68}"/>
              </a:ext>
            </a:extLst>
          </p:cNvPr>
          <p:cNvCxnSpPr>
            <a:cxnSpLocks/>
          </p:cNvCxnSpPr>
          <p:nvPr/>
        </p:nvCxnSpPr>
        <p:spPr>
          <a:xfrm>
            <a:off x="3650870" y="2409260"/>
            <a:ext cx="0" cy="1454771"/>
          </a:xfrm>
          <a:prstGeom prst="straightConnector1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C2AE2CD-18D9-961A-87BC-D054A01C7434}"/>
              </a:ext>
            </a:extLst>
          </p:cNvPr>
          <p:cNvSpPr txBox="1"/>
          <p:nvPr/>
        </p:nvSpPr>
        <p:spPr>
          <a:xfrm>
            <a:off x="3751732" y="2782652"/>
            <a:ext cx="76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RS232</a:t>
            </a:r>
            <a:endParaRPr lang="zh-TW" altLang="en-US" dirty="0"/>
          </a:p>
        </p:txBody>
      </p: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EB9E366F-8EC6-158A-7776-F673BD222E40}"/>
              </a:ext>
            </a:extLst>
          </p:cNvPr>
          <p:cNvCxnSpPr>
            <a:cxnSpLocks/>
          </p:cNvCxnSpPr>
          <p:nvPr/>
        </p:nvCxnSpPr>
        <p:spPr>
          <a:xfrm flipH="1">
            <a:off x="4588949" y="4718736"/>
            <a:ext cx="2475239" cy="0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59FF3B7-E53C-1F9C-FD2F-2490E95EEE3E}"/>
              </a:ext>
            </a:extLst>
          </p:cNvPr>
          <p:cNvSpPr txBox="1"/>
          <p:nvPr/>
        </p:nvSpPr>
        <p:spPr>
          <a:xfrm>
            <a:off x="5250540" y="4821094"/>
            <a:ext cx="109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2.4G </a:t>
            </a:r>
            <a:r>
              <a:rPr lang="en-US" altLang="zh-TW" dirty="0" err="1"/>
              <a:t>WiFi</a:t>
            </a:r>
            <a:endParaRPr lang="zh-TW" altLang="en-US" dirty="0"/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5945ECB1-6009-6845-9B7C-FD050A6E81FD}"/>
              </a:ext>
            </a:extLst>
          </p:cNvPr>
          <p:cNvCxnSpPr>
            <a:cxnSpLocks/>
          </p:cNvCxnSpPr>
          <p:nvPr/>
        </p:nvCxnSpPr>
        <p:spPr>
          <a:xfrm flipV="1">
            <a:off x="4652682" y="3054741"/>
            <a:ext cx="2501607" cy="1192306"/>
          </a:xfrm>
          <a:prstGeom prst="straightConnector1">
            <a:avLst/>
          </a:prstGeom>
          <a:ln>
            <a:prstDash val="dash"/>
            <a:headEnd type="triangl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8335489C-C606-99B1-6A8A-0F0CA25AE8E7}"/>
              </a:ext>
            </a:extLst>
          </p:cNvPr>
          <p:cNvSpPr txBox="1"/>
          <p:nvPr/>
        </p:nvSpPr>
        <p:spPr>
          <a:xfrm>
            <a:off x="5051540" y="3136645"/>
            <a:ext cx="9310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藍牙</a:t>
            </a:r>
            <a:r>
              <a:rPr lang="en-US" altLang="zh-TW" dirty="0"/>
              <a:t> BT</a:t>
            </a:r>
            <a:endParaRPr lang="zh-TW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F195D1-0B24-7D25-418A-8B2C34B28C27}"/>
              </a:ext>
            </a:extLst>
          </p:cNvPr>
          <p:cNvSpPr/>
          <p:nvPr/>
        </p:nvSpPr>
        <p:spPr>
          <a:xfrm>
            <a:off x="7292552" y="4063019"/>
            <a:ext cx="1745314" cy="9233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ESP32 D1 mini</a:t>
            </a:r>
          </a:p>
          <a:p>
            <a:pPr algn="ctr"/>
            <a:r>
              <a:rPr lang="en-US" altLang="zh-TW" dirty="0"/>
              <a:t>Web Server</a:t>
            </a:r>
          </a:p>
          <a:p>
            <a:pPr algn="ctr"/>
            <a:r>
              <a:rPr lang="zh-TW" altLang="en-US" dirty="0"/>
              <a:t>手機控制</a:t>
            </a:r>
            <a:endParaRPr lang="en-US" altLang="zh-TW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04691B1-E3EB-068F-C037-B6419B487559}"/>
              </a:ext>
            </a:extLst>
          </p:cNvPr>
          <p:cNvSpPr txBox="1"/>
          <p:nvPr/>
        </p:nvSpPr>
        <p:spPr>
          <a:xfrm>
            <a:off x="4182655" y="179294"/>
            <a:ext cx="3826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 dirty="0"/>
              <a:t>小四軸 </a:t>
            </a:r>
            <a:r>
              <a:rPr lang="en-US" altLang="zh-TW" sz="3600" dirty="0"/>
              <a:t>Demo</a:t>
            </a:r>
            <a:r>
              <a:rPr lang="zh-TW" altLang="en-US" sz="3600" dirty="0"/>
              <a:t> 測試</a:t>
            </a:r>
          </a:p>
        </p:txBody>
      </p:sp>
    </p:spTree>
    <p:extLst>
      <p:ext uri="{BB962C8B-B14F-4D97-AF65-F5344CB8AC3E}">
        <p14:creationId xmlns:p14="http://schemas.microsoft.com/office/powerpoint/2010/main" val="3472687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68</Words>
  <Application>Microsoft Office PowerPoint</Application>
  <PresentationFormat>寬螢幕</PresentationFormat>
  <Paragraphs>35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 Shi</dc:creator>
  <cp:lastModifiedBy>Len Shi</cp:lastModifiedBy>
  <cp:revision>2</cp:revision>
  <dcterms:created xsi:type="dcterms:W3CDTF">2026-10-14T00:16:11Z</dcterms:created>
  <dcterms:modified xsi:type="dcterms:W3CDTF">2026-10-21T08:06:09Z</dcterms:modified>
</cp:coreProperties>
</file>